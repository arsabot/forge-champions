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2"/>
    <p:restoredTop sz="94654"/>
  </p:normalViewPr>
  <p:slideViewPr>
    <p:cSldViewPr snapToGrid="0" snapToObjects="1">
      <p:cViewPr varScale="1">
        <p:scale>
          <a:sx n="154" d="100"/>
          <a:sy n="154" d="100"/>
        </p:scale>
        <p:origin x="32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rPr dirty="0"/>
              <a:t>INICIATIVA OFICIAL</a:t>
            </a:r>
          </a:p>
          <a:p>
            <a:pPr>
              <a:spcBef>
                <a:spcPts val="800"/>
              </a:spcBef>
              <a:defRPr sz="4000" b="1">
                <a:solidFill>
                  <a:srgbClr val="221F20"/>
                </a:solidFill>
              </a:defRPr>
            </a:pPr>
            <a:r>
              <a:rPr dirty="0"/>
              <a:t>Forge Champions</a:t>
            </a:r>
          </a:p>
          <a:p>
            <a:pPr>
              <a:spcBef>
                <a:spcPts val="1200"/>
              </a:spcBef>
              <a:defRPr sz="1500">
                <a:solidFill>
                  <a:srgbClr val="6E6D7A"/>
                </a:solidFill>
              </a:defRPr>
            </a:pPr>
            <a:r>
              <a:rPr dirty="0"/>
              <a:t>Portal MVP de Masterclasses, </a:t>
            </a:r>
            <a:r>
              <a:rPr dirty="0" err="1"/>
              <a:t>Mentoría</a:t>
            </a:r>
            <a:r>
              <a:rPr dirty="0"/>
              <a:t> e Impacto Social para </a:t>
            </a:r>
            <a:r>
              <a:rPr dirty="0" err="1"/>
              <a:t>Jóvenes</a:t>
            </a:r>
            <a:r>
              <a:rPr dirty="0"/>
              <a:t> de </a:t>
            </a:r>
            <a:r>
              <a:rPr dirty="0" err="1"/>
              <a:t>Latinoamérica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1100" b="1">
                <a:solidFill>
                  <a:srgbClr val="221F20"/>
                </a:solidFill>
              </a:defRPr>
            </a:pPr>
            <a:r>
              <a:rPr dirty="0"/>
              <a:t>• </a:t>
            </a:r>
            <a:r>
              <a:rPr dirty="0" err="1"/>
              <a:t>Despliegue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AWS EC2 • </a:t>
            </a:r>
            <a:r>
              <a:rPr dirty="0" err="1"/>
              <a:t>Next.js</a:t>
            </a:r>
            <a:r>
              <a:rPr dirty="0"/>
              <a:t> 15 • </a:t>
            </a:r>
            <a:r>
              <a:rPr dirty="0" err="1"/>
              <a:t>Supabase</a:t>
            </a:r>
            <a:r>
              <a:rPr dirty="0"/>
              <a:t> PostgreSQL • Google Calendar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88720"/>
            <a:ext cx="43891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0" y="146304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PARTICIPANTES — TEAM 7</a:t>
            </a:r>
          </a:p>
          <a:p>
            <a:pPr>
              <a:spcBef>
                <a:spcPts val="400"/>
              </a:spcBef>
              <a:defRPr sz="1100">
                <a:solidFill>
                  <a:srgbClr val="6E6D7A"/>
                </a:solidFill>
              </a:defRPr>
            </a:pPr>
            <a:r>
              <a:t>Integrantes en Orden Alfabético: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1. Juan Gimenez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2. Lautaro Pavan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3. Mijail Arispe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4. Rodrigo Saavedra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5. Roy Fiorilo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EXPERIENCIA DE USUARIO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1. Hero Section &amp; Llamados a la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Estructura de Alta Conversión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Identidad Oficial de Fundación Forge: Paleta cálida (#FFA400, #FF6B00, #221F20, #F8F5EE) y tipografía moderna.</a:t>
            </a:r>
            <a:br/>
            <a:br/>
            <a:r>
              <a:t>• 3 Preguntas Clave ('¿Querés...?') que interpelan directamente a profesionales y líderes corporativos.</a:t>
            </a:r>
            <a:br/>
            <a:br/>
            <a:r>
              <a:t>• Mensaje de Cierre Motivador: '¡Estás en el lugar indicado! ¡Podés ser un Champion!'.</a:t>
            </a:r>
            <a:br/>
            <a:br/>
            <a:r>
              <a:t>• Doble CTA Segmentado: 'Postular mi Empresa' (RSC / Alianza) y 'Quiero ser Champion' (Speakers).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0720A-EC5F-F91F-F14A-9748BBF12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" t="11600" r="2240" b="24235"/>
          <a:stretch>
            <a:fillRect/>
          </a:stretch>
        </p:blipFill>
        <p:spPr>
          <a:xfrm>
            <a:off x="4868091" y="1371600"/>
            <a:ext cx="7549978" cy="3451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PROPUESTA DE VALOR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2. Creación de Valor (Impacto de Doble Vía)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Articulación Corporativa e Institucional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Para la Empresa:</a:t>
            </a:r>
            <a:br/>
            <a:r>
              <a:t>  - Difusión de Marca Empleadora (Employer Branding).</a:t>
            </a:r>
            <a:br/>
            <a:r>
              <a:t>  - Impacto RSC a Costo Cero con métricas sociales reales.</a:t>
            </a:r>
            <a:br/>
            <a:r>
              <a:t>  - Formación en oratoria y liderazgo para equipos internos.</a:t>
            </a:r>
            <a:br/>
            <a:br/>
            <a:r>
              <a:t>• Para el Profesional (Champion):</a:t>
            </a:r>
            <a:br/>
            <a:r>
              <a:t>  - Posicionamiento como referente del sector tech / corporativo.</a:t>
            </a:r>
            <a:br/>
            <a:r>
              <a:t>  - Networking con propósito y conexión con el futuro talento.</a:t>
            </a:r>
            <a:br/>
            <a:r>
              <a:t>  - Certificación e insignia oficial emitida por Fundación Forge.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9734D-3A60-EEE9-7E18-B9C879452B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0" t="27625" r="14316"/>
          <a:stretch>
            <a:fillRect/>
          </a:stretch>
        </p:blipFill>
        <p:spPr>
          <a:xfrm>
            <a:off x="5313404" y="1371600"/>
            <a:ext cx="5659395" cy="3653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CONTENIDO &amp; REPRODUCCIÓN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3. Champions Sessions (Muro de Masterclasses)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Archivo de Charlas y Snippets de Video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Primera Masterclass Destacada: Mariana Albarracín (VP de Ciberseguridad &amp; Risk en J.P. Morgan).</a:t>
            </a:r>
            <a:br/>
            <a:br/>
            <a:r>
              <a:t>• Charla TED de Ejemplo: Susan Cain (El poder de la autenticidad y el liderazgo).</a:t>
            </a:r>
            <a:br/>
            <a:br/>
            <a:r>
              <a:t>• Líderes de Mercado Libre, Google Cloud, Globant y Nubank.</a:t>
            </a:r>
            <a:br/>
            <a:br/>
            <a:r>
              <a:t>• Carrusel Interactivo por Índice: Botones de avance/retroceso, contador '1 / 6' y puntos indicadores de salto directo.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8FB3F7-0A2F-91AC-5475-63FAD798E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58" t="27172" r="12566" b="16280"/>
          <a:stretch>
            <a:fillRect/>
          </a:stretch>
        </p:blipFill>
        <p:spPr>
          <a:xfrm>
            <a:off x="5338119" y="1618735"/>
            <a:ext cx="5881816" cy="2854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INTEGRACIÓN EN TIEMPO REAL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4. Calendario Operativo &amp; Google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Sincronización y Acceso en Vivo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Botón '+ Google Calendar' en 1 Clic:</a:t>
            </a:r>
            <a:br/>
            <a:r>
              <a:t>  Genera el evento automáticamente con título, fecha, speaker, cargo y link de Zoom.</a:t>
            </a:r>
            <a:br/>
            <a:br/>
            <a:r>
              <a:t>• Seguridad y Desbloqueo Inteligente de Zoom:</a:t>
            </a:r>
            <a:br/>
            <a:r>
              <a:t>  El botón de sala en vivo se habilita únicamente 5 minutos antes de la hora pactada para evitar ingresos indebidos.</a:t>
            </a:r>
            <a:br/>
            <a:br/>
            <a:r>
              <a:t>• Consultas dinámicas a Supabase para masterclasses programadas.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7F2AC2-9E42-1731-4867-945FA7B9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07" t="17136" r="20834"/>
          <a:stretch>
            <a:fillRect/>
          </a:stretch>
        </p:blipFill>
        <p:spPr>
          <a:xfrm>
            <a:off x="6215449" y="1337616"/>
            <a:ext cx="4621427" cy="4182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CAPTACIÓN &amp; PERSISTENCIA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5. Formulario de Postulación &amp;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rPr dirty="0" err="1"/>
              <a:t>Segmentación</a:t>
            </a:r>
            <a:r>
              <a:rPr dirty="0"/>
              <a:t> de Alta </a:t>
            </a:r>
            <a:r>
              <a:rPr dirty="0" err="1"/>
              <a:t>Conversión</a:t>
            </a:r>
            <a:endParaRPr dirty="0"/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rPr dirty="0"/>
              <a:t>• Tabs de </a:t>
            </a:r>
            <a:r>
              <a:rPr dirty="0" err="1"/>
              <a:t>Segmentación</a:t>
            </a:r>
            <a:r>
              <a:rPr dirty="0"/>
              <a:t>:</a:t>
            </a:r>
            <a:br>
              <a:rPr dirty="0"/>
            </a:br>
            <a:r>
              <a:rPr dirty="0"/>
              <a:t>  - 'Soy </a:t>
            </a:r>
            <a:r>
              <a:rPr dirty="0" err="1"/>
              <a:t>Profesional</a:t>
            </a:r>
            <a:r>
              <a:rPr dirty="0"/>
              <a:t> (Champion)'</a:t>
            </a:r>
            <a:br>
              <a:rPr dirty="0"/>
            </a:br>
            <a:r>
              <a:rPr dirty="0"/>
              <a:t>  - '</a:t>
            </a:r>
            <a:r>
              <a:rPr dirty="0" err="1"/>
              <a:t>Represento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Empresa'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Validaciones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Tiempo Real:</a:t>
            </a:r>
            <a:br>
              <a:rPr dirty="0"/>
            </a:br>
            <a:r>
              <a:rPr dirty="0"/>
              <a:t>  </a:t>
            </a:r>
            <a:r>
              <a:rPr dirty="0" err="1"/>
              <a:t>Captura</a:t>
            </a:r>
            <a:r>
              <a:rPr dirty="0"/>
              <a:t> de </a:t>
            </a:r>
            <a:r>
              <a:rPr dirty="0" err="1"/>
              <a:t>nombre</a:t>
            </a:r>
            <a:r>
              <a:rPr dirty="0"/>
              <a:t>, </a:t>
            </a:r>
            <a:r>
              <a:rPr dirty="0" err="1"/>
              <a:t>empresa</a:t>
            </a:r>
            <a:r>
              <a:rPr dirty="0"/>
              <a:t> actual, cargo, LinkedIn y </a:t>
            </a:r>
            <a:r>
              <a:rPr dirty="0" err="1"/>
              <a:t>propuesta</a:t>
            </a:r>
            <a:r>
              <a:rPr dirty="0"/>
              <a:t> </a:t>
            </a:r>
            <a:r>
              <a:rPr dirty="0" err="1"/>
              <a:t>temática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Base de Datos </a:t>
            </a:r>
            <a:r>
              <a:rPr dirty="0" err="1"/>
              <a:t>Relacional</a:t>
            </a:r>
            <a:r>
              <a:rPr dirty="0"/>
              <a:t> PostgreSQL (</a:t>
            </a:r>
            <a:r>
              <a:rPr dirty="0" err="1"/>
              <a:t>Supabase</a:t>
            </a:r>
            <a:r>
              <a:rPr dirty="0"/>
              <a:t>):</a:t>
            </a:r>
            <a:br>
              <a:rPr dirty="0"/>
            </a:br>
            <a:r>
              <a:rPr dirty="0"/>
              <a:t>  </a:t>
            </a:r>
            <a:r>
              <a:rPr dirty="0" err="1"/>
              <a:t>Tablas</a:t>
            </a:r>
            <a:r>
              <a:rPr dirty="0"/>
              <a:t> '</a:t>
            </a:r>
            <a:r>
              <a:rPr dirty="0" err="1"/>
              <a:t>postulaciones_champion</a:t>
            </a:r>
            <a:r>
              <a:rPr dirty="0"/>
              <a:t>' y '</a:t>
            </a:r>
            <a:r>
              <a:rPr dirty="0" err="1"/>
              <a:t>sesiones_masterclass</a:t>
            </a:r>
            <a:r>
              <a:rPr dirty="0"/>
              <a:t>' con ENUMs y </a:t>
            </a:r>
            <a:r>
              <a:rPr dirty="0" err="1"/>
              <a:t>políticas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RLS.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47A76-4839-0E83-1A59-481C89210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8" t="17332" r="25762" b="13727"/>
          <a:stretch>
            <a:fillRect/>
          </a:stretch>
        </p:blipFill>
        <p:spPr>
          <a:xfrm>
            <a:off x="5239264" y="1606379"/>
            <a:ext cx="4114801" cy="34799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1F20"/>
                </a:solidFill>
              </a:defRPr>
            </a:pPr>
            <a:r>
              <a:t>¡Muchas Gracias!</a:t>
            </a:r>
          </a:p>
          <a:p>
            <a:pPr>
              <a:spcBef>
                <a:spcPts val="600"/>
              </a:spcBef>
              <a:defRPr sz="1600" b="1">
                <a:solidFill>
                  <a:srgbClr val="FF6B00"/>
                </a:solidFill>
              </a:defRPr>
            </a:pPr>
            <a:r>
              <a:t>Presentación de Proyecto — Forge Champions (Fundación Forge)</a:t>
            </a:r>
          </a:p>
          <a:p>
            <a:pPr>
              <a:spcBef>
                <a:spcPts val="2000"/>
              </a:spcBef>
              <a:defRPr sz="1400" b="1">
                <a:solidFill>
                  <a:srgbClr val="221F20"/>
                </a:solidFill>
              </a:defRPr>
            </a:pPr>
            <a:r>
              <a:t>Participantes Team 7 (Orden Alfabético):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Juan Gimenez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Lautaro Pavan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Mijail Arispe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Rodrigo Saavedra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Roy Fiorilo</a:t>
            </a:r>
          </a:p>
          <a:p>
            <a:pPr>
              <a:spcBef>
                <a:spcPts val="2400"/>
              </a:spcBef>
              <a:defRPr sz="1300" b="1">
                <a:solidFill>
                  <a:srgbClr val="FF6B00"/>
                </a:solidFill>
              </a:defRPr>
            </a:pPr>
            <a:r>
              <a:t>🌐 Servidor en Vivo: http://ec2-52-90-35-158.compute-1.amazonaws.com:3000</a:t>
            </a:r>
            <a:br/>
            <a:r>
              <a:t>📂 Repositorio GitHub: https://github.com/cfgba26/Team-7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619</Words>
  <Application>Microsoft Macintosh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Ariel</cp:lastModifiedBy>
  <cp:revision>3</cp:revision>
  <dcterms:created xsi:type="dcterms:W3CDTF">2013-01-27T09:14:16Z</dcterms:created>
  <dcterms:modified xsi:type="dcterms:W3CDTF">2026-08-30T20:44:50Z</dcterms:modified>
  <cp:category/>
</cp:coreProperties>
</file>